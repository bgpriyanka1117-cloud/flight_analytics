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 Tracker: Flight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Aviation Data Analytics Project</a:t>
            </a:r>
          </a:p>
          <a:p>
            <a:r>
              <a:t>Using Python, SQL &amp; Streamlit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flight analytics system using AeroDataBox API</a:t>
            </a:r>
          </a:p>
          <a:p>
            <a:r>
              <a:t>Parsed JSON aviation data into structured SQL tables</a:t>
            </a:r>
          </a:p>
          <a:p>
            <a:r>
              <a:t>Built an interactive Streamlit dashboard</a:t>
            </a:r>
          </a:p>
          <a:p>
            <a:r>
              <a:t>Generated insights on airports, flights, and delays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and analyze aviation data effectively</a:t>
            </a:r>
          </a:p>
          <a:p>
            <a:r>
              <a:t>Visualize airport and flight operations</a:t>
            </a:r>
          </a:p>
          <a:p>
            <a:r>
              <a:t>Track delays and flight statuses</a:t>
            </a:r>
          </a:p>
          <a:p>
            <a:r>
              <a:t>Provide operational insights and decision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for scripting and API integration</a:t>
            </a:r>
          </a:p>
          <a:p>
            <a:r>
              <a:t>MySQL/PostgreSQL for database management</a:t>
            </a:r>
          </a:p>
          <a:p>
            <a:r>
              <a:t>Streamlit for dashboard development</a:t>
            </a:r>
          </a:p>
          <a:p>
            <a:r>
              <a:t>RapidAPI AeroDataBox API for aviation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Airport Table</a:t>
            </a:r>
          </a:p>
          <a:p>
            <a:r>
              <a:t>Aircraft Table</a:t>
            </a:r>
          </a:p>
          <a:p>
            <a:r>
              <a:t>Flights Table</a:t>
            </a:r>
          </a:p>
          <a:p>
            <a:r>
              <a:t>Airport Delays Table</a:t>
            </a:r>
          </a:p>
          <a:p>
            <a:r>
              <a:t>Normalized schema with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Fetched airport data using AeroDataBox API</a:t>
            </a:r>
          </a:p>
          <a:p>
            <a:r>
              <a:t>Retrieved flight arrival and departure details</a:t>
            </a:r>
          </a:p>
          <a:p>
            <a:r>
              <a:t>Collected aircraft information</a:t>
            </a:r>
          </a:p>
          <a:p>
            <a:r>
              <a:t>Stored transformed data into SQL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Flight count by aircraft model</a:t>
            </a:r>
          </a:p>
          <a:p>
            <a:r>
              <a:t>Top destination airports</a:t>
            </a:r>
          </a:p>
          <a:p>
            <a:r>
              <a:t>Delayed flight percentage analysis</a:t>
            </a:r>
          </a:p>
          <a:p>
            <a:r>
              <a:t>Cancelled flights analysis</a:t>
            </a:r>
          </a:p>
          <a:p>
            <a:r>
              <a:t>Domestic vs International flights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Homepage dashboard with KPIs</a:t>
            </a:r>
          </a:p>
          <a:p>
            <a:r>
              <a:t>Search and filter flights</a:t>
            </a:r>
          </a:p>
          <a:p>
            <a:r>
              <a:t>Airport details viewer</a:t>
            </a:r>
          </a:p>
          <a:p>
            <a:r>
              <a:t>Delay analysis visualizations</a:t>
            </a:r>
          </a:p>
          <a:p>
            <a:r>
              <a:t>Route leaderboards and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Airport exploration and monitoring</a:t>
            </a:r>
          </a:p>
          <a:p>
            <a:r>
              <a:t>Flight trend analysis</a:t>
            </a:r>
          </a:p>
          <a:p>
            <a:r>
              <a:t>Operational delay insights</a:t>
            </a:r>
          </a:p>
          <a:p>
            <a:r>
              <a:t>Travel planning and scheduling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web-based aviation analytics system</a:t>
            </a:r>
          </a:p>
          <a:p>
            <a:r>
              <a:t>Real-time data exploration and insights</a:t>
            </a:r>
          </a:p>
          <a:p>
            <a:r>
              <a:t>Improved API, SQL, and visualization skills</a:t>
            </a:r>
          </a:p>
          <a:p>
            <a:r>
              <a:t>End-to-end data engineering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API rate limits with error handling</a:t>
            </a:r>
          </a:p>
          <a:p>
            <a:r>
              <a:t>Optimized SQL queries using indexing</a:t>
            </a:r>
          </a:p>
          <a:p>
            <a:r>
              <a:t>Managed nested JSON transformations</a:t>
            </a:r>
          </a:p>
          <a:p>
            <a:r>
              <a:t>Created responsive Streamlit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flight tracking</a:t>
            </a:r>
          </a:p>
          <a:p>
            <a:r>
              <a:t>Predictive delay analysis using ML</a:t>
            </a:r>
          </a:p>
          <a:p>
            <a:r>
              <a:t>Advanced route optimization</a:t>
            </a:r>
          </a:p>
          <a:p>
            <a:r>
              <a:t>User authentication and reports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 complete flight analytics platform</a:t>
            </a:r>
          </a:p>
          <a:p>
            <a:r>
              <a:t>Integrated APIs, databases, and dashboards</a:t>
            </a:r>
          </a:p>
          <a:p>
            <a:r>
              <a:t>Generated actionable aviation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